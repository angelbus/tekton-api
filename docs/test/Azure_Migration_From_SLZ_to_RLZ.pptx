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A1628"/>
                </a:solidFill>
              </a:defRPr>
            </a:pPr>
            <a:r>
              <a:t>CONTEXT | MIGRATE FROM SLZ 2.0 TO RLZ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Migration Plan &amp; Main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CTO Team — Cloud Platform &amp; RLZ Program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11247120" cy="914400"/>
          </a:xfrm>
          <a:prstGeom prst="rect">
            <a:avLst/>
          </a:prstGeom>
          <a:solidFill>
            <a:srgbClr val="F8FAFC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The migration to RLZ will follow a similar approach to the AWS SLZ 4.0 migration. In this case, a big-bang approach is not required, as the migration can be carried out on a project-by-project basis.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• Workload subscriptions will not be redeployed. Connected to RLZ with updated DNS/Network.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• Global services (Avamar, Dynatrace, CMDB) will be redeployed and reconfigured.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0479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• Firewall rules will be migrated to the RLZ (Transparent to Santander Entity).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80559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• Backup historical data will be imported into the RLZ.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1206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• Azure policies will be standardized through Management Groups.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A1628"/>
                </a:solidFill>
              </a:defRPr>
            </a:pPr>
            <a:r>
              <a:t>KEY POINTS TO CONSIDER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The RLZ defines the following mandatory requirements: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CTO Team — Cloud Platform &amp; RLZ Program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54864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CC0000"/>
                </a:solidFill>
              </a:defRPr>
            </a:pPr>
            <a:r>
              <a:t>SPN Usage Restriction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Not valid use SPN for all services. Only Managed Identities or EntraID Applications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840480"/>
            <a:ext cx="54864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0233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CC0000"/>
                </a:solidFill>
              </a:defRPr>
            </a:pPr>
            <a:r>
              <a:t>Legacy SPN Exceptions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8056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For services only supporting SPN, use SPN API via ServiceNow Request.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54864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CC0000"/>
                </a:solidFill>
              </a:defRPr>
            </a:pPr>
            <a:r>
              <a:t>Migration Timeline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46888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Global Public Cloud could start the migration in September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840480"/>
            <a:ext cx="54864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0233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CC0000"/>
                </a:solidFill>
              </a:defRPr>
            </a:pPr>
            <a:r>
              <a:t>HUB Workloads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48056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All workloads from the HUB will be re-deploy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A1628"/>
                </a:solidFill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Immediate actions to initiate the migration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CTO Team — Cloud Platform &amp; RLZ Program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01 Project Manager: Appoint PM to oversee effective coordination.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02 Dedicated Owners: Assign a dedicated owner for each project.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03 Migration Priorities: Define and agree on priorities across all projects.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01752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04 Working Sessions: Establish regular sessions with project teams.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572000"/>
            <a:ext cx="11247120" cy="1371600"/>
          </a:xfrm>
          <a:prstGeom prst="rect">
            <a:avLst/>
          </a:prstGeom>
          <a:solidFill>
            <a:srgbClr val="0A16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7548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05 MASTER PLAN CONSOLIDATION: Consolidate scope, timelines, dependencies, and budget.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A1628"/>
                </a:solidFill>
              </a:defRPr>
            </a:pPr>
            <a:r>
              <a:t>PROJECTS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Application Resource Inventory by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CTO Team — Cloud Platform &amp; RLZ Program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4592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3429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Application Name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APM Technical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DEV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PRE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PRO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Liquidity Monitor on Blockchain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APMT0100020586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Data Management (CLOUDERA EXIT)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APMT0100069421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AML CIB - ThetaRay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APMT0100023688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OASIS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APMT0100021340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Data Universe Ecosystem (DUNE)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APMT0100023352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Hybrid Balancer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APMT0100021272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KARMA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BDR Feeding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APMT0100022480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XVA Qlik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APMT0100024568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Digital Platform Employee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APMT0100021240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Communications Surveillance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APMT0100023673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A1628"/>
                </a:solidFill>
              </a:defRPr>
            </a:pPr>
            <a:r>
              <a:t>PROJECTS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Application Resource Inventory by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CTO Team — Cloud Platform &amp; RLZ Program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4592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3429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Application Name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APM Technical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DEV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PRE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PRO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SCIB ThetaRay Corporates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APMT0100022727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Backup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APMT0100023304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Data Intelligence (DICTE)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APMT0100051269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PREVENTIVE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APMT0100023581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DUNE Isolated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APMT0100220844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XVA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LANDING ZONE (Shared)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LABORATORIO CTO IAC (Shared)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LABORATORIO ARCANE (Shared)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PRODUCCION (Shared)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IAS (Development Env) (Shared)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