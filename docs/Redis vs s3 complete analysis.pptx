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vs S3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 &amp; Architecture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3017520"/>
            <a:ext cx="3657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Analysis for XENA MVP2 Architecture Decision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XENA Architecture Team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365760" cy="365760"/>
          </a:xfrm>
          <a:prstGeom prst="ellipse">
            <a:avLst/>
          </a:prstGeom>
          <a:solidFill>
            <a:srgbClr val="2E75B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234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&amp; Methodology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627632"/>
            <a:ext cx="365760" cy="365760"/>
          </a:xfrm>
          <a:prstGeom prst="ellipse">
            <a:avLst/>
          </a:prstGeom>
          <a:solidFill>
            <a:srgbClr val="2E75B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73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Results: 256MB Files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066544"/>
            <a:ext cx="365760" cy="3657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66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122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Methods Comparison (NEW)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505456"/>
            <a:ext cx="365760" cy="365760"/>
          </a:xfrm>
          <a:prstGeom prst="ellipse">
            <a:avLst/>
          </a:prstGeom>
          <a:solidFill>
            <a:srgbClr val="2E75B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5511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Results: 20MB &amp; &lt;2MB Files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944368"/>
            <a:ext cx="365760" cy="365760"/>
          </a:xfrm>
          <a:prstGeom prst="ellipse">
            <a:avLst/>
          </a:prstGeom>
          <a:solidFill>
            <a:srgbClr val="2E75B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990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Comparison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3383280"/>
            <a:ext cx="365760" cy="3657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429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&amp; ROI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382219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8679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Consideration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42611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43068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&amp; Recommendation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Primary Finding: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outperforms Redis for large files (&gt;100MB) by 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1.04x in total transfer speed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82x in time-to-first-byte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(27ms vs 2.15s), enabling immediate processing in event-driven architectures.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023360" cy="82296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 Impact: </a:t>
            </a:r>
            <a:pPr indent="0" marL="0">
              <a:buNone/>
            </a:pPr>
            <a:r>
              <a:rPr lang="en-US" sz="22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reduction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$4,666/mo → $25/mo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savings: $55,987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2103120"/>
            <a:ext cx="4023360" cy="822960"/>
          </a:xfrm>
          <a:prstGeom prst="rect">
            <a:avLst/>
          </a:prstGeom>
          <a:solidFill>
            <a:srgbClr val="FF9900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Small Files (&lt;2MB):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faster by 30ms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in context</a:t>
            </a:r>
            <a:endParaRPr lang="en-US" sz="1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option available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Recommendation: Pure S3 architecture for GRID (156-256MB files)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Superior performance, 99.5% cost savings, optimal for event-driven systems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(Redis for &lt;2MB, S3 for ≥2MB) analyzed as optional optimization for heterogeneous workloads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&amp; Methodology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2E75B5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Configuration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Region: 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Lambda: 2048 MB memory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Timeout: 15 minutes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Redis: ElastiCache (same VPC)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S3: Standard (same region)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SDK: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VPC Gateway Endpoint (private)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SDK v2 (boto3)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internet egress traffic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4114800" cy="347472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Parameters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9496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Sizes Tested: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&lt;2 MB (very small)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MB (small)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256 MB (large - GRID use case)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Multipart Configuration: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Chunk size: 10 MB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threads: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Auto-managed via boto3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Runs: 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complete runs per size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averaged for accuracy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Results: 256 MB Files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 for GRID calibration inputs/outputs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(MB/s)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Upload (SET)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Download (GET)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transfer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Managed Upload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boto3 multipart (10MB chunks)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Managed Download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boto3 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Streaming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9502.98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CHUNK (27ms)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C00000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251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Critical Finding: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Streaming enables processing to begin in </a:t>
            </a:r>
            <a:pPr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milliseconds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2,148ms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Redis.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represents an </a:t>
            </a:r>
            <a:endParaRPr lang="en-US" sz="2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82x improvement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time-to-first-byte — the critical metric for event-driven throughput.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Methods Comparison: 256 MB Files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different upload approaches: Traditional S3 PUT vs Managed Multipart vs Redis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2468880" cy="2743200"/>
          </a:xfrm>
          <a:prstGeom prst="rect">
            <a:avLst/>
          </a:prstGeom>
          <a:solidFill>
            <a:srgbClr val="C00000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Single 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(Traditional)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2.376s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107.72 MB/s</a:t>
            </a:r>
            <a:endParaRPr lang="en-US" sz="4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Redis: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SLOWER</a:t>
            </a:r>
            <a:endParaRPr lang="en-US" sz="4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teams test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2468880" cy="274320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Managed Multipart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(Recommended)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1.626s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157.48 MB/s</a:t>
            </a:r>
            <a:endParaRPr lang="en-US" sz="4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Redis: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slower</a:t>
            </a:r>
            <a:endParaRPr lang="en-US" sz="4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auto - 1.5x faster!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400800" y="1188720"/>
            <a:ext cx="2468880" cy="2743200"/>
          </a:xfrm>
          <a:prstGeom prst="rect">
            <a:avLst/>
          </a:prstGeom>
          <a:solidFill>
            <a:srgbClr val="2E75B5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1691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(In-Memory)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1.569s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163.21 MB/s</a:t>
            </a:r>
            <a:endParaRPr lang="en-US" sz="4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Redis: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4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(marginally)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uploads, use S3 Managed Multipart (not traditional PUT). It's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 faster than S3 PUT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achieves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near-Redis performance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57ms difference (3.6%) is negligible when considering S3's download advantages and 99.5% cost savings.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Results: 20 MB Files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small file performance characteristics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(MB/s)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Upload (SET)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313.12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Fastest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Download (GET)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Managed Upload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boto3 multipart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Managed Download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boto3 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Streaming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Fastest TTFB (26ms)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Range GET (Parallel)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Fastest download (1.4x vs Redis)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streaming performance remains 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at ~26ms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regardless of file size. S3 Range GET outperforms Redis even for small files when measuring complete download speed.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Results: Very Small Files (&lt;2 MB)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analysis for hybrid architecture consideration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3200400" cy="1828800"/>
          </a:xfrm>
          <a:prstGeom prst="rect">
            <a:avLst/>
          </a:prstGeom>
          <a:solidFill>
            <a:srgbClr val="C00000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Download (GET)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5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200400" cy="1828800"/>
          </a:xfrm>
          <a:prstGeom prst="rect">
            <a:avLst/>
          </a:prstGeom>
          <a:solidFill>
            <a:srgbClr val="2E75B5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Streaming Download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5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Delta: </a:t>
            </a:r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30ms (33% slower for S3)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in typical request latency (100-500ms total)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Significance: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advantage for very small files, but marginal impact on user experience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560320" cy="3200400"/>
          </a:xfrm>
          <a:prstGeom prst="rect">
            <a:avLst/>
          </a:prstGeom>
          <a:solidFill>
            <a:srgbClr val="C00000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Speed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(256MB)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faster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2560320" cy="320040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Speed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(256MB)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19202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1.99s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faster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320040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Time-to-First-Byte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(256MB)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0.027s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82x faster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S3 delivers 1.04x faster total roundtrip + 82x better time-to-first-byte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1,000 daily requests × 256 MB = 256 GB/day, 7-day retention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7315200" cy="22860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ElastiCache r6g.8xlarge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244GB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$4,666/month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1.09TB (7-day retention)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$25/month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ElastiCache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PUT: $0.15/month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GET: $0.01/month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Monthly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$4,666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Savings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$4,640.84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(99.5% reduction)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Annual Savings: $55,987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Concept: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S3 Streaming Actually Measures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840480" cy="2011680"/>
          </a:xfrm>
          <a:prstGeom prst="rect">
            <a:avLst/>
          </a:prstGeom>
          <a:solidFill>
            <a:srgbClr val="00B050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Streaming Measures: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can I START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processing?"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milliseconds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2103120"/>
            <a:ext cx="3840480" cy="2011680"/>
          </a:xfrm>
          <a:prstGeom prst="rect">
            <a:avLst/>
          </a:prstGeom>
          <a:solidFill>
            <a:srgbClr val="666666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23774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Requires:</a:t>
            </a:r>
            <a:endParaRPr lang="en-US" sz="1800" dirty="0"/>
          </a:p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 download</a:t>
            </a:r>
            <a:endParaRPr lang="en-US" sz="1800" dirty="0"/>
          </a:p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processing"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2,148 milliseconds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important metric for event-driven system throughput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Consideration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optimization for heterogeneous workloads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Size-Based Routing Strategy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3657600" cy="1188720"/>
          </a:xfrm>
          <a:prstGeom prst="rect">
            <a:avLst/>
          </a:prstGeom>
          <a:solidFill>
            <a:srgbClr val="C0000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&lt; 2 MB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Redis Storage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20-50ms faster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0" y="1737360"/>
            <a:ext cx="3657600" cy="118872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≥ 2 MB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S3 Storage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Cost, scale, streaming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Optimal performance for all sizes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Cost optimization via tiered storage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Memory pressure mitigation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3520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Increased complexity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Workload analysis required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Marginal benefit for &lt;2MB files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Consider: </a:t>
            </a:r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&gt;30% of requests are &lt;2MB AND latency requirements are stringent (&lt;200ms end-to-end)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4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37744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Profile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&gt;95% of payloads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S3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complexity unjustified.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superior for large files.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30-70% payloads &lt;2MB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Stringent latency SLA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small-payload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justifies routing complexity.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&gt;70% payloads &lt;2MB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Relaxed latency SLA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S3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30ms delta negligible in typical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path. Simplicity preferred.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XENA MVP2 / GRID Recommendation: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Pure S3 Architecture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calibration files (156-256MB) represent &gt;95% of workload, well above 2MB threshold.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over marginal optimization. 99.5% cost savings ($55,987/year) outweighs theoretical edge-case performance.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2E75B5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1.04x faster roundtrip (256MB)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82x faster time-to-first-byte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begins in 27ms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streaming performance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114800" cy="173736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cost reduction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$4,666/mo → $25/mo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$55,987 annual savings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 with usage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173736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9's durability (S3)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OOM risk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pressure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versioning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4114800" cy="1737360"/>
          </a:xfrm>
          <a:prstGeom prst="rect">
            <a:avLst/>
          </a:prstGeom>
          <a:solidFill>
            <a:srgbClr val="FF9900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S3 capacity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throughput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efficiency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option for edge cases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Pure S3 Architecture for GRID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Redis-based file storage with S3 references for all calibration files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7498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GRID writes calibration results to S3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Cross-account write permissions to XENA S3 buckets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156-256MB Parquet files stored in S3 (not Redis)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GRID publishes S3 reference to Redis Streams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Tiny message (~200 bytes): {request_id, s3_path, status}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Redis used only for metadata (its intended purpose)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XENA consumers read from S3 with streaming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Processing begins in 27ms (first chunk arrival)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Parallel download and processing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0B05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1.04x faster  ✓ 82x better TTFB  ✓ 99.5% cost savings  ✓ Unlimited scale  ✓ 11 9's durability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benchmark testing confirms S3 significantly outperforms Redis for large file transfers (&gt;100MB) across all critical metrics: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1.04x faster total roundtrip (3.62s vs 3.72s)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82x faster time-to-first-byte (27ms vs 2,148ms)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cost reduction ($55,987 annual savings)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reliability, scalability, and operational simplicity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GRID's 156-256MB calibration files and event-driven architecture requirements,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S3 architecture is the optimal choice.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XENA Architecture Team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vs S3 Performance Benchmark - Complete Analysis</dc:title>
  <dc:subject>PptxGenJS Presentation</dc:subject>
  <dc:creator>XENA Architecture Team</dc:creator>
  <cp:lastModifiedBy>XENA Architecture Team</cp:lastModifiedBy>
  <cp:revision>1</cp:revision>
  <dcterms:created xsi:type="dcterms:W3CDTF">2026-02-12T11:36:01Z</dcterms:created>
  <dcterms:modified xsi:type="dcterms:W3CDTF">2026-02-12T11:36:01Z</dcterms:modified>
</cp:coreProperties>
</file>